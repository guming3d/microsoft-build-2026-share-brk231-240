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Microsoft WebIQ (Foundry)</a:t>
            </a:r>
          </a:p>
          <a:p>
            <a:r>
              <a:rPr sz="2600" b="0" i="0">
                <a:solidFill>
                  <a:srgbClr val="CFE5FA"/>
                </a:solidFill>
                <a:latin typeface="Segoe UI"/>
              </a:rPr>
              <a:t>Feature &amp; Performance Findings + Open Questions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CFE5FA"/>
                </a:solidFill>
                <a:latin typeface="Segoe UI"/>
              </a:rPr>
              <a:t>Verified through live API test cases  ·  plus questions requiring vendor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Segoe UI"/>
              </a:rPr>
              <a:t>Scope: Q1 result freshness  ·  Q2 pagination  ·  Q4 performance  ·  Q7 browse  ·  Q8 content rights</a:t>
            </a:r>
          </a:p>
          <a:p>
            <a:r>
              <a:rPr sz="1300" b="0" i="0">
                <a:solidFill>
                  <a:srgbClr val="CFE5FA"/>
                </a:solidFill>
                <a:latin typeface="Segoe UI"/>
              </a:rPr>
              <a:t>Base URL  https://api.microsoft.ai/v3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Approach: what we tested vs. what we must ask</a:t>
            </a:r>
          </a:p>
          <a:p>
            <a:r>
              <a:rPr sz="1300" b="0" i="0">
                <a:solidFill>
                  <a:srgbClr val="D9ECFB"/>
                </a:solidFill>
                <a:latin typeface="Segoe UI"/>
              </a:rPr>
              <a:t>Five user-critical questions, split by whether code can answer them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9784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212080"/>
                <a:gridCol w="237744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Question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Segoe UI"/>
                        </a:rPr>
                        <a:t>Q1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Result determinism, cache TTL, freshness filter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Code test (live)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07C10"/>
                          </a:solidFill>
                          <a:latin typeface="Segoe UI"/>
                        </a:rPr>
                        <a:t>Answered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Segoe UI"/>
                        </a:rPr>
                        <a:t>Q2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Pagination / coverage beyond maxResults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Code test (live)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07C10"/>
                          </a:solidFill>
                          <a:latin typeface="Segoe UI"/>
                        </a:rPr>
                        <a:t>Answered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Segoe UI"/>
                        </a:rPr>
                        <a:t>Q4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Latency: cold-start vs warm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Code test (live)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07C10"/>
                          </a:solidFill>
                          <a:latin typeface="Segoe UI"/>
                        </a:rPr>
                        <a:t>Answered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Segoe UI"/>
                        </a:rPr>
                        <a:t>Q4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Is 164ms a contractual SLA? Regional endpoints?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Vendor confirm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76E00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Segoe UI"/>
                        </a:rPr>
                        <a:t>Q7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Browse: robots.txt, paywall, JS rendering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Code test (live)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07C10"/>
                          </a:solidFill>
                          <a:latin typeface="Segoe UI"/>
                        </a:rPr>
                        <a:t>Answered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Segoe UI"/>
                        </a:rPr>
                        <a:t>Q7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Legal right to crawl/store crawled content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Vendor confirm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76E00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Segoe UI"/>
                        </a:rPr>
                        <a:t>Q8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Caching rights, attribution, GDPR/residency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Vendor confirm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76E00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606060"/>
                </a:solidFill>
                <a:latin typeface="Segoe UI"/>
              </a:rPr>
              <a:t>▪ All code tests run against the live tenant with a real API key; each finding below is reproducible via the named 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Segoe UI"/>
              </a:rPr>
              <a:t>WebIQ (Foundry) limited-access evaluation  ·  verified via live API tests, 2026-06-18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Code-test findings at a glance</a:t>
            </a:r>
          </a:p>
          <a:p>
            <a:r>
              <a:rPr sz="1300" b="0" i="0">
                <a:solidFill>
                  <a:srgbClr val="D9ECFB"/>
                </a:solidFill>
                <a:latin typeface="Segoe UI"/>
              </a:rPr>
              <a:t>Four questions answered with live evidence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126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Question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Finding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020"/>
                          </a:solidFill>
                          <a:latin typeface="Segoe UI"/>
                        </a:rPr>
                        <a:t>Q1 Determinism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07C10"/>
                          </a:solidFill>
                          <a:latin typeface="Segoe UI"/>
                        </a:rPr>
                        <a:t>Same query = identical results; no random variation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5x calls, 100% Jaccard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020"/>
                          </a:solidFill>
                          <a:latin typeface="Segoe UI"/>
                        </a:rPr>
                        <a:t>Q1 Cache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Result set stable for full 5-min window (TTL &gt;= 300s)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see TTL probe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020"/>
                          </a:solidFill>
                          <a:latin typeface="Segoe UI"/>
                        </a:rPr>
                        <a:t>Q1 Freshness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43E1C"/>
                          </a:solidFill>
                          <a:latin typeface="Segoe UI"/>
                        </a:rPr>
                        <a:t>news freshness filter is a no-op (ignored)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raw _post probe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020"/>
                          </a:solidFill>
                          <a:latin typeface="Segoe UI"/>
                        </a:rPr>
                        <a:t>Q2 Pagination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43E1C"/>
                          </a:solidFill>
                          <a:latin typeface="Segoe UI"/>
                        </a:rPr>
                        <a:t>NONE - maxResults is a hard ceiling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8 paging params ignored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020"/>
                          </a:solidFill>
                          <a:latin typeface="Segoe UI"/>
                        </a:rPr>
                        <a:t>Q2 Ranking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web re-orders by size; news top-10 = prefix of top-20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subset test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020"/>
                          </a:solidFill>
                          <a:latin typeface="Segoe UI"/>
                        </a:rPr>
                        <a:t>Q4 Cold-start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C43E1C"/>
                          </a:solidFill>
                          <a:latin typeface="Segoe UI"/>
                        </a:rPr>
                        <a:t>7-15x penalty: cold 1.2-1.7s vs warm 0.1-0.2s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5 rounds/endpoint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020"/>
                          </a:solidFill>
                          <a:latin typeface="Segoe UI"/>
                        </a:rPr>
                        <a:t>Q7 robots.txt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07C10"/>
                          </a:solidFill>
                          <a:latin typeface="Segoe UI"/>
                        </a:rPr>
                        <a:t>Enforced - LinkedIn/Facebook -&gt; HTTP 403 dropped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browse() calls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020"/>
                          </a:solidFill>
                          <a:latin typeface="Segoe UI"/>
                        </a:rPr>
                        <a:t>Q7 JS render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Cached pages ignore render flag; live crawl = 202 + ~4.6s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020"/>
                          </a:solidFill>
                          <a:latin typeface="Segoe UI"/>
                        </a:rPr>
                        <a:t>uncached probe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Segoe UI"/>
              </a:rPr>
              <a:t>WebIQ (Foundry) limited-access evaluation  ·  verified via live API tests, 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Q1 - Result freshness &amp; caching</a:t>
            </a:r>
          </a:p>
          <a:p>
            <a:r>
              <a:rPr sz="1300" b="0" i="0">
                <a:solidFill>
                  <a:srgbClr val="D9ECFB"/>
                </a:solidFill>
                <a:latin typeface="Segoe UI"/>
              </a:rPr>
              <a:t>How stable are results, and can I get fresher ones?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Determinism: 5 repeated calls returned the EXACT same result set (100% overlap) for both a specific and a time-sensitive query.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maxResults controls HOW MANY items, never WHICH items - you always get the same top-N.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Caching: the first call is cold (~1.2-1.7s); repeats drop to ~0.1-0.2s, indicating a cache layer.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Result set stayed identical across a 5-minute window -&gt; cache TTL is at least 300s.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Freshness control: the news endpoint does NOT expose a working freshness filter.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day/week/month/year were accepted (HTTP 200) but returned the identical 20 results (no-op).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Cache-bust: no noCache / bypassCache / fresh body param changed the response.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078D4"/>
                </a:solidFill>
                <a:latin typeface="Segoe UI"/>
              </a:rPr>
              <a:t>▪ Implication: for changing content you must vary the query itself; there is no client-side 'force fresh'.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Segoe UI"/>
              </a:rPr>
              <a:t>WebIQ (Foundry) limited-access evaluation  ·  verified via live API tests, 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Q2 - Pagination &amp; coverage</a:t>
            </a:r>
          </a:p>
          <a:p>
            <a:r>
              <a:rPr sz="1300" b="0" i="0">
                <a:solidFill>
                  <a:srgbClr val="D9ECFB"/>
                </a:solidFill>
                <a:latin typeface="Segoe UI"/>
              </a:rPr>
              <a:t>Can I get results beyond the maxResults cap?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43E1C"/>
                </a:solidFill>
                <a:latin typeface="Segoe UI"/>
              </a:rPr>
              <a:t>▪ There is NO pagination. maxResults is a hard ceiling on what you can ever retrieve for a query.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Probed 8 conventional params - offset, skip, page, from, cursor, start, pageNumber, count.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Every one was silently ignored: identical page-1 results, no 'page 2'.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Per-query maximums: web 50, news 20, images 30, videos 30, classic 50 (web answers).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Ranking is not size-stable for web search: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top-10 is a SUBSET of top-50 but NOT a strict prefix - order shifts when you change maxResults.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news is better-behaved: top-10 was an exact prefix of top-20.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078D4"/>
                </a:solidFill>
                <a:latin typeface="Segoe UI"/>
              </a:rPr>
              <a:t>▪ Implication: to widen coverage you must reformulate the query (sub-topics, filters); you cannot deep-page.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078D4"/>
                </a:solidFill>
                <a:latin typeface="Segoe UI"/>
              </a:rPr>
              <a:t>▪ Design tip: always request the max you need in ONE call; do not assume top-10 == first 10 of top-50.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Segoe UI"/>
              </a:rPr>
              <a:t>WebIQ (Foundry) limited-access evaluation  ·  verified via live API tests, 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Q4 - Performance: cold-start vs warm</a:t>
            </a:r>
          </a:p>
          <a:p>
            <a:r>
              <a:rPr sz="1300" b="0" i="0">
                <a:solidFill>
                  <a:srgbClr val="D9ECFB"/>
                </a:solidFill>
                <a:latin typeface="Segoe UI"/>
              </a:rPr>
              <a:t>What latency should I design for?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01168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Cold (1st call)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Warm (reused conn)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Penalty</a:t>
                      </a:r>
                    </a:p>
                  </a:txBody>
                  <a:tcPr marL="73152" marR="54864" marT="27432" marB="27432"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Segoe UI"/>
                        </a:rPr>
                        <a:t>web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1683 ms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182 ms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43E1C"/>
                          </a:solidFill>
                          <a:latin typeface="Segoe UI"/>
                        </a:rPr>
                        <a:t>+1500 ms (9.2x)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Segoe UI"/>
                        </a:rPr>
                        <a:t>news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1424 ms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200 ms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43E1C"/>
                          </a:solidFill>
                          <a:latin typeface="Segoe UI"/>
                        </a:rPr>
                        <a:t>+1224 ms (7.1x)</a:t>
                      </a:r>
                    </a:p>
                  </a:txBody>
                  <a:tcPr marL="73152" marR="54864" marT="27432" marB="27432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Segoe UI"/>
                        </a:rPr>
                        <a:t>browse (cached)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1505 ms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Segoe UI"/>
                        </a:rPr>
                        <a:t>100 ms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C43E1C"/>
                          </a:solidFill>
                          <a:latin typeface="Segoe UI"/>
                        </a:rPr>
                        <a:t>+1405 ms (15.1x)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20040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</a:rPr>
              <a:t>▪ Connection reuse is essential: a fresh TCP/TLS handshake adds 1.2-1.5s every time.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Use a pooled, keep-alive HTTP session (the client reuses requests.Session) for all calls.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</a:rPr>
              <a:t>▪ Warm latency (100-200ms) is realistic for steady traffic; the documented 164ms p95 is only reachable warm.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Only browse-on-cache met 164ms; live-search endpoints sit ~180-250ms warm.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</a:rPr>
              <a:t>▪ Uncached browse live-crawl is much slower: returns 202 then takes ~4.6s to 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Segoe UI"/>
              </a:rPr>
              <a:t>WebIQ (Foundry) limited-access evaluation  ·  verified via live API tests, 2026-06-18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Q7 - Browse behavior</a:t>
            </a:r>
          </a:p>
          <a:p>
            <a:r>
              <a:rPr sz="1300" b="0" i="0">
                <a:solidFill>
                  <a:srgbClr val="D9ECFB"/>
                </a:solidFill>
                <a:latin typeface="Segoe UI"/>
              </a:rPr>
              <a:t>What does /browse actually return for hard pages?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</a:rPr>
              <a:t>▪ robots.txt IS respected / sites can be blocked: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LinkedIn and Facebook both returned HTTP 403 'result is dropped' - no content served.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</a:rPr>
              <a:t>▪ Paywalled sites return thin content: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WSJ section page -&gt; only ~273 chars (preview/metadata); NYT -&gt; ~5,471 chars.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You should NOT assume full article text behind a hard paywall.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</a:rPr>
              <a:t>▪ JavaScript rendering (renderDynamicPages):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Only engages on a LIVE crawl. Cached pages ignore the flag (identical output, ~95ms).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Uncached pages return HTTP 202 'crawl in progress'; a full live crawl + render took ~4.6s.</a:t>
            </a:r>
          </a:p>
          <a:p>
            <a:pPr lvl="1">
              <a:spcAft>
                <a:spcPts val="5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renderDynamicPages requires liveCrawl='fallback' (validated).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▪ Implication: design browse for async behavior - handle 202 + retry, and budget seconds for live crawls.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Segoe UI"/>
              </a:rPr>
              <a:t>WebIQ (Foundry) limited-access evaluation  ·  verified via live API tests, 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OPEN – Q4: SLA &amp; infrastructure</a:t>
            </a:r>
          </a:p>
          <a:p>
            <a:r>
              <a:rPr sz="1300" b="0" i="0">
                <a:solidFill>
                  <a:srgbClr val="D9ECFB"/>
                </a:solidFill>
                <a:latin typeface="Segoe UI"/>
              </a:rPr>
              <a:t>Cannot be answered by code – needs vendor confirmation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These determine whether WebIQ can carry a production workload with predictable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Is the documented 164ms p95 a contractual SLA, or a best-effort target?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We measured 182-250ms warm; need the official latency commitment and the percentile/window it's measured over.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What is the availability SLA (uptime %), and what are the service credits on breach?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Are there regional / geo-distributed endpoints to cut latency, or a single global endpoint?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Affects users far from the host region; today only one base URL is documented.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What are the real rate limits &amp; quotas (RPS, per-minute, daily, monthly)?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We burst ~22 req/s with no 429; the true ceiling and the 429 retryAfter policy are unknown.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Versioning &amp; deprecation: how much notice before /v3 is retired or changed?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Segoe UI"/>
              </a:rPr>
              <a:t>WebIQ (Foundry) limited-access evaluation  ·  verified via live API tests, 2026-06-18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OPEN – Q7: Crawl rights &amp; limits</a:t>
            </a:r>
          </a:p>
          <a:p>
            <a:r>
              <a:rPr sz="1300" b="0" i="0">
                <a:solidFill>
                  <a:srgbClr val="D9ECFB"/>
                </a:solidFill>
                <a:latin typeface="Segoe UI"/>
              </a:rPr>
              <a:t>Legal/operational questions code cannot settle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We can observe behavior, but not the contractual terms or exact thresholds behind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What exactly triggers HTTP 430 'too many crawls' - requests per second / minute / hour?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Needed to size live-crawl workloads safely; we did not hit it in light testing.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Is content from /browse licensed for storage, indexing, and downstream display to my users?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Observed 403 on robots-restricted sites, but the terms of use for permitted content are a contract question.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For paywalled / metered sites, what is the official position - is partial content expected and permitted to reuse?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What is the freshness of the browse cache, and can a true real-time fetch be guaranteed?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202020"/>
                </a:solidFill>
                <a:latin typeface="Segoe UI"/>
              </a:rPr>
              <a:t>– Cached responses (~90ms) may be stale; only liveCrawl forces a fetch, at multi-second cost.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SLA / timeout policy for the 202 'crawl in progress' path - max wait before failure?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Segoe UI"/>
              </a:rPr>
              <a:t>WebIQ (Foundry) limited-access evaluation  ·  verified via live API tests, 2026-06-18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OPEN – Q8: Content rights &amp; compliance</a:t>
            </a:r>
          </a:p>
          <a:p>
            <a:r>
              <a:rPr sz="1300" b="0" i="0">
                <a:solidFill>
                  <a:srgbClr val="D9ECFB"/>
                </a:solidFill>
                <a:latin typeface="Segoe UI"/>
              </a:rPr>
              <a:t>The highest-risk open area – entirely non-testable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solidFill>
            <a:srgbClr val="C43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Blocks production/legal sign-off until answered by Microsoft.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Caching &amp; storage: may I cache returned results, snippets, URLs and crawled text? For how long?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Attribution: what attribution / branding is required when displaying results to end users?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Redistribution: can results be shown to external/third-party users, or internal-only?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Data residency: where are queries processed and stored? Any in-region (EU) guarantee?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Privacy/GDPR: are query strings logged, retained, or used for training? Can I opt out / get a DPA?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PII handling: what happens if a query or crawled page contains personal data?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02020"/>
                </a:solidFill>
                <a:latin typeface="Segoe UI"/>
              </a:rPr>
              <a:t>▪ Compliance posture: ISO 27001, SOC 2, FedRAMP, EU Data Boundary coverage?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Segoe UI"/>
              </a:rPr>
              <a:t>WebIQ (Foundry) limited-access evaluation  ·  verified via live API tests, 2026-06-18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Recommendations &amp; next steps</a:t>
            </a:r>
          </a:p>
          <a:p>
            <a:r>
              <a:rPr sz="1300" b="0" i="0">
                <a:solidFill>
                  <a:srgbClr val="D9ECFB"/>
                </a:solidFill>
                <a:latin typeface="Segoe UI"/>
              </a:rPr>
              <a:t>Turning findings into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▪ Engineering - act on confirmed findings now: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Reuse a keep-alive HTTP session everywhere (avoids the 1.2-1.5s cold-start tax).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Request the full maxResults in one call; never deep-page - it isn't supported.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Handle browse 202 + retry; budget multiple seconds for uncached live crawls.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Don't rely on news 'freshness'; vary the query to refresh content.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▪ Vendor - get written answers before production sign-off: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Q4: latency &amp; uptime SLA, regional endpoints, real rate limits/quota, version deprecation policy.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Q7: 430 crawl thresholds, license to store/show crawled content, cache freshness guarantees.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02020"/>
                </a:solidFill>
                <a:latin typeface="Segoe UI"/>
              </a:rPr>
              <a:t>– Q8: caching rights, attribution, data residency, GDPR/DPA, compliance certifications. (HIGHEST PRIORITY)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02020"/>
                </a:solidFill>
                <a:latin typeface="Segoe UI"/>
              </a:rPr>
              <a:t>▪ Re-test on each release to catch doc/behavior drift (e.g., docs say HTTP-&gt;410, live API returns 400).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Segoe UI"/>
              </a:rPr>
              <a:t>WebIQ (Foundry) limited-access evaluation  ·  verified via live API tests, 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